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DE65-3C02-ACB7-84CB-667944517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91BA7-428F-AC76-4503-EB039D131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333F7-75C4-0A69-336E-1FE89614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56C23-E522-0422-DCE1-98F99075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ABE4-B81A-4329-1B2A-1482D9AB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4649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0A01A-0CA4-B54A-D8C3-46788D45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1174B-95BA-E488-5679-FC07502A3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A41B-8A38-2628-1D4E-FCB8AC88F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99C63-D822-9BAD-4952-47AA00CA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E69B8-DC76-3165-296B-2FC7B206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4504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2A6E-7DB6-55FD-EA8B-38155DCF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2F25E-6139-FEB0-3827-0A73A86B6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2E1E-67BA-83CA-CB28-13247FAB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0FAD4-1957-BC3C-937B-9FE04416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A9E41-CD99-8F89-640E-F95FC0D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6150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CACA-1ECE-818D-21B6-1B396DF9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24A1-7879-DF5D-E21A-E7D809407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9DF7C-EE99-81B1-E2C7-4275AAED8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07D51-6C22-0FC7-F634-4C356F954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5EED7-74D9-2837-72B8-1CF695C65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A67FB-28BF-9CCB-E6C3-A62F05D2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24162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64B9-ABAD-9C95-D918-24C1AD147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2D5C3-1961-010A-AB60-2D257B9A3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E7A39-375E-A78E-4CF6-A8AC463DB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113D9-9CC8-BB5E-8DB7-F3E5528E9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2DAFC1-F3F9-BA2E-78C2-C903313C8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488F3-FEAE-092E-85B4-2968CEE1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876B3-B4D9-16B3-87F3-063E9B92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60D13-615C-598D-F0BA-2A4F62E6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4470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B490-9F6B-2B0F-52F9-1CB62720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3F62A-09C4-DAEF-1658-9981A22E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D7F2CD-A8DB-B371-FA1A-3F26DC53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2260BB-DDC7-146F-DE68-1D0917B9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9616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FE9B6-9034-FCCA-F58C-EBF8DF97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C75D7-CEF5-D8A2-4056-74FD8647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F97B9-6CF7-7BDA-6533-331941D9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27491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C59F7-C169-4149-2624-366B13BC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59975-E51A-DBA4-CDBA-396A29F23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8576E-5CF4-6FB1-D72F-3381A2BA2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F4847-E872-9D0F-000C-5215F528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DA340-3352-E4AF-5ADB-7382F53B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F3877-B3F0-4515-28A6-7F46FDCB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3106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4EF9-FBBD-B425-C646-B88262D1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08ED01-7441-6949-510E-76E8AC726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8E83-B28B-FE3F-0119-414B6AF23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6C379-A531-029A-A562-E667CDD0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14E93-65B1-48AF-96D9-38861FED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31FDD-528C-49E4-AEE1-C50451C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769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11C74-9D8D-DE98-0723-6DC65A41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4F581F-E34C-2941-4726-5FC0E4576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2D6AE-9898-AC59-4CAC-291AD9A4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78BDD-FF4E-EFA5-B933-327F67A0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00A4-1D65-C22F-D2B6-7D9075AC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6318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400BF-0E65-9B41-23DC-839A4446D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6F129-1721-10B9-8696-4FFE2DDAC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5CCBF-20F6-54F7-4979-35F370355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47357-F77E-E268-BF7A-2CB049D7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1460-8E5A-5E35-DE2D-F7536723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5095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E08E9-B939-4B48-C4F1-79E64A3A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fr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9B699-95E5-9505-0EBA-F19E5E86D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91060-D0E6-D496-B2FD-0F5DDAFDF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BDDBB-0918-4A38-BFF3-738DBDB6A6F7}" type="datetimeFigureOut">
              <a:rPr lang="fr-CH" smtClean="0"/>
              <a:t>30.05.2026</a:t>
            </a:fld>
            <a:endParaRPr lang="fr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E92E0-1C09-9852-EAF6-57E5F84C2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2E05-3017-F6F1-3B26-55E48E26F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7BC33-3344-4283-8D2A-FA384F602BEB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782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9C2F-6BFD-EFC2-398D-9FE490AB9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CH" dirty="0"/>
              <a:t>The 15-Minute City in Practice</a:t>
            </a:r>
            <a:br>
              <a:rPr lang="fr-CH" dirty="0"/>
            </a:br>
            <a:r>
              <a:rPr lang="fr-CH" sz="5300" dirty="0" err="1"/>
              <a:t>Comparing</a:t>
            </a:r>
            <a:r>
              <a:rPr lang="fr-CH" sz="5300" dirty="0"/>
              <a:t> </a:t>
            </a:r>
            <a:r>
              <a:rPr lang="fr-CH" sz="5300" dirty="0" err="1"/>
              <a:t>Theoretical</a:t>
            </a:r>
            <a:r>
              <a:rPr lang="fr-CH" sz="5300" dirty="0"/>
              <a:t> </a:t>
            </a:r>
            <a:r>
              <a:rPr lang="fr-CH" sz="5300" dirty="0" err="1"/>
              <a:t>Accessibility</a:t>
            </a:r>
            <a:r>
              <a:rPr lang="fr-CH" sz="5300" dirty="0"/>
              <a:t> and </a:t>
            </a:r>
            <a:r>
              <a:rPr lang="fr-CH" sz="5300" dirty="0" err="1"/>
              <a:t>Actual</a:t>
            </a:r>
            <a:r>
              <a:rPr lang="fr-CH" sz="5300" dirty="0"/>
              <a:t> </a:t>
            </a:r>
            <a:r>
              <a:rPr lang="fr-CH" sz="5300" dirty="0" err="1"/>
              <a:t>Mobility</a:t>
            </a:r>
            <a:r>
              <a:rPr lang="fr-CH" sz="5300" dirty="0"/>
              <a:t> </a:t>
            </a:r>
            <a:r>
              <a:rPr lang="fr-CH" sz="5300" dirty="0" err="1"/>
              <a:t>Behavior</a:t>
            </a:r>
            <a:r>
              <a:rPr lang="fr-CH" sz="5300" dirty="0"/>
              <a:t> in Zurich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A3335-A6F0-3BBD-83BD-6F6034AF7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295" y="4079875"/>
            <a:ext cx="9144000" cy="1655762"/>
          </a:xfrm>
        </p:spPr>
        <p:txBody>
          <a:bodyPr/>
          <a:lstStyle/>
          <a:p>
            <a:r>
              <a:rPr lang="fr-CH" dirty="0"/>
              <a:t>Lucie Kern and Noémie Simon </a:t>
            </a:r>
          </a:p>
          <a:p>
            <a:r>
              <a:rPr lang="fr-CH" dirty="0"/>
              <a:t>Patterns and Trends in </a:t>
            </a:r>
            <a:r>
              <a:rPr lang="fr-CH" dirty="0" err="1"/>
              <a:t>Environmental</a:t>
            </a:r>
            <a:r>
              <a:rPr lang="fr-CH" dirty="0"/>
              <a:t> Data</a:t>
            </a:r>
          </a:p>
          <a:p>
            <a:r>
              <a:rPr lang="fr-CH" dirty="0"/>
              <a:t>03.06.2026</a:t>
            </a:r>
          </a:p>
        </p:txBody>
      </p:sp>
    </p:spTree>
    <p:extLst>
      <p:ext uri="{BB962C8B-B14F-4D97-AF65-F5344CB8AC3E}">
        <p14:creationId xmlns:p14="http://schemas.microsoft.com/office/powerpoint/2010/main" val="3359249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2779-AD61-AFF4-CEE5-9F53C2E97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Presentation</a:t>
            </a:r>
            <a:r>
              <a:rPr lang="fr-CH" dirty="0"/>
              <a:t> </a:t>
            </a:r>
            <a:r>
              <a:rPr lang="fr-CH" dirty="0" err="1"/>
              <a:t>general</a:t>
            </a:r>
            <a:r>
              <a:rPr lang="fr-CH" dirty="0"/>
              <a:t> of the </a:t>
            </a:r>
            <a:r>
              <a:rPr lang="fr-CH" dirty="0" err="1"/>
              <a:t>project</a:t>
            </a: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F94C-1BC8-885B-BEF5-2A25234FC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26247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DAAE-2B35-42E0-7B02-6460B37FC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Context</a:t>
            </a:r>
            <a:r>
              <a:rPr lang="fr-CH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8EEBF-806F-63F6-BEF0-7ECC5BC9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681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FDDA-FB89-7C42-000C-DFB890DC4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Research</a:t>
            </a:r>
            <a:r>
              <a:rPr lang="fr-CH" dirty="0"/>
              <a:t>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DF29B-A281-F3CF-760D-321759BA8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930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B4BA3-9DD0-C0AB-9C5D-69A77D07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Research</a:t>
            </a:r>
            <a:r>
              <a:rPr lang="fr-CH" dirty="0"/>
              <a:t>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296A-DDF6-1A45-6FDD-510B3EDA4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7541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6B98-9AC8-1731-91BA-EC33F21B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Preliminary </a:t>
            </a:r>
            <a:r>
              <a:rPr lang="fr-CH" dirty="0" err="1"/>
              <a:t>results</a:t>
            </a:r>
            <a:endParaRPr lang="fr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A667-72FF-F0DD-A8E9-3680D2ED1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12293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9C5E-D113-F410-1D52-CFEDFDD68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Challenges and Plan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EEBF5-C3D9-FA63-1735-E9C2F5C42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5730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The 15-Minute City in Practice Comparing Theoretical Accessibility and Actual Mobility Behavior in Zurich</vt:lpstr>
      <vt:lpstr>Presentation general of the project</vt:lpstr>
      <vt:lpstr>Context </vt:lpstr>
      <vt:lpstr>Research questions </vt:lpstr>
      <vt:lpstr>Research Plan</vt:lpstr>
      <vt:lpstr>Preliminary results</vt:lpstr>
      <vt:lpstr>Challenges and Plan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Noémie Simon</dc:creator>
  <cp:lastModifiedBy>Noémie Simon</cp:lastModifiedBy>
  <cp:revision>1</cp:revision>
  <dcterms:created xsi:type="dcterms:W3CDTF">2026-05-30T13:29:55Z</dcterms:created>
  <dcterms:modified xsi:type="dcterms:W3CDTF">2026-05-30T13:30:22Z</dcterms:modified>
</cp:coreProperties>
</file>